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64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149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912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685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77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075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919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88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718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34802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86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4417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077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053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562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92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NCERT Multilingual Doubt-Solver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1" y="4050834"/>
            <a:ext cx="6637274" cy="1096899"/>
          </a:xfrm>
        </p:spPr>
        <p:txBody>
          <a:bodyPr>
            <a:normAutofit/>
          </a:bodyPr>
          <a:lstStyle/>
          <a:p>
            <a:r>
              <a:rPr dirty="0"/>
              <a:t>Architecture, Workflow, and Secure AI Integration</a:t>
            </a:r>
            <a:endParaRPr lang="en-US" dirty="0"/>
          </a:p>
          <a:p>
            <a:r>
              <a:rPr lang="en-IN" dirty="0"/>
              <a:t>Submitted By : Gauri </a:t>
            </a:r>
            <a:r>
              <a:rPr lang="en-IN" dirty="0" err="1"/>
              <a:t>Kakad</a:t>
            </a:r>
            <a:r>
              <a:rPr lang="en-IN" dirty="0"/>
              <a:t>, Sharvari </a:t>
            </a:r>
            <a:r>
              <a:rPr lang="en-IN" dirty="0" err="1"/>
              <a:t>Bhujade</a:t>
            </a:r>
            <a:r>
              <a:rPr lang="en-IN" dirty="0"/>
              <a:t>, Pallavi Tayade</a:t>
            </a:r>
          </a:p>
          <a:p>
            <a:endParaRPr lang="en-IN" dirty="0"/>
          </a:p>
          <a:p>
            <a:endParaRPr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35D135-FFC7-0184-9A34-16F77036C4AA}"/>
              </a:ext>
            </a:extLst>
          </p:cNvPr>
          <p:cNvSpPr txBox="1">
            <a:spLocks/>
          </p:cNvSpPr>
          <p:nvPr/>
        </p:nvSpPr>
        <p:spPr>
          <a:xfrm>
            <a:off x="320040" y="4934754"/>
            <a:ext cx="6637274" cy="10968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Institution : Shri Sant Gajana Maharaj College of Engineering, </a:t>
            </a:r>
            <a:r>
              <a:rPr lang="en-US" dirty="0" err="1"/>
              <a:t>Shegaon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AI-powered doubt-solving system tailored for </a:t>
            </a:r>
            <a:r>
              <a:rPr lang="en-US" b="1" dirty="0"/>
              <a:t>NCERT curriculum-based learning</a:t>
            </a:r>
          </a:p>
          <a:p>
            <a:r>
              <a:rPr lang="en-US" dirty="0"/>
              <a:t>Supports </a:t>
            </a:r>
            <a:r>
              <a:rPr lang="en-US" b="1" dirty="0"/>
              <a:t>multilingual question answering</a:t>
            </a:r>
            <a:r>
              <a:rPr lang="en-US" dirty="0"/>
              <a:t>, enabling students to ask doubts in their preferred language</a:t>
            </a:r>
          </a:p>
          <a:p>
            <a:r>
              <a:rPr lang="en-US" dirty="0"/>
              <a:t>Uses </a:t>
            </a:r>
            <a:r>
              <a:rPr lang="en-US" b="1" dirty="0"/>
              <a:t>Firebase Authentication</a:t>
            </a:r>
            <a:r>
              <a:rPr lang="en-US" dirty="0"/>
              <a:t> for secure anonymous user access and </a:t>
            </a:r>
            <a:r>
              <a:rPr lang="en-US" b="1" dirty="0"/>
              <a:t>Firestore</a:t>
            </a:r>
            <a:r>
              <a:rPr lang="en-US" dirty="0"/>
              <a:t> for real-time chat storage</a:t>
            </a:r>
          </a:p>
          <a:p>
            <a:r>
              <a:rPr lang="en-US" dirty="0"/>
              <a:t>Integrates </a:t>
            </a:r>
            <a:r>
              <a:rPr lang="en-US" b="1" dirty="0"/>
              <a:t>Gemini AI</a:t>
            </a:r>
            <a:r>
              <a:rPr lang="en-US" dirty="0"/>
              <a:t> to generate accurate, contextual responses aligned strictly with NCERT content</a:t>
            </a:r>
            <a:endParaRPr 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Firebase SDK is initialized automatically when the page loads in the browser</a:t>
            </a:r>
          </a:p>
          <a:p>
            <a:r>
              <a:rPr lang="en-US" dirty="0"/>
              <a:t>Anonymous authentication allows users to access the system without login or personal data</a:t>
            </a:r>
          </a:p>
          <a:p>
            <a:r>
              <a:rPr lang="en-US" dirty="0"/>
              <a:t>A </a:t>
            </a:r>
            <a:r>
              <a:rPr lang="en-US" b="1" dirty="0"/>
              <a:t>unique user ID</a:t>
            </a:r>
            <a:r>
              <a:rPr lang="en-US" dirty="0"/>
              <a:t> is generated for each session to uniquely identify the student</a:t>
            </a:r>
          </a:p>
          <a:p>
            <a:r>
              <a:rPr lang="en-US" dirty="0"/>
              <a:t>This ID is used to securely link messages to the correct user in Firestore</a:t>
            </a:r>
          </a:p>
          <a:p>
            <a:r>
              <a:rPr lang="en-GB" dirty="0"/>
              <a:t>Ensures </a:t>
            </a:r>
            <a:r>
              <a:rPr lang="en-GB" b="1" dirty="0"/>
              <a:t>privacy, session isolation, and consistent chat history management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 Message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 types a question in the chat interface and submits it using the </a:t>
            </a:r>
            <a:r>
              <a:rPr lang="en-US" b="1" dirty="0"/>
              <a:t>“Send”</a:t>
            </a:r>
            <a:r>
              <a:rPr lang="en-US" dirty="0"/>
              <a:t> button</a:t>
            </a:r>
          </a:p>
          <a:p>
            <a:r>
              <a:rPr lang="en-US" dirty="0"/>
              <a:t>The submitted message is securely stored in </a:t>
            </a:r>
            <a:r>
              <a:rPr lang="en-US" b="1" dirty="0"/>
              <a:t>Cloud Firestore</a:t>
            </a:r>
            <a:r>
              <a:rPr lang="en-US" dirty="0"/>
              <a:t> under the user’s unique ID</a:t>
            </a:r>
          </a:p>
          <a:p>
            <a:r>
              <a:rPr lang="en-US" dirty="0"/>
              <a:t>Firestore real-time listeners instantly update the chat interface</a:t>
            </a:r>
          </a:p>
          <a:p>
            <a:r>
              <a:rPr lang="en-US" dirty="0"/>
              <a:t>Previous and current chat messages are retrieved using the unique user ID for continuity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Integration Attempt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Frontend attempts to call the </a:t>
            </a:r>
            <a:r>
              <a:rPr lang="en-US" b="1" dirty="0"/>
              <a:t>Gemini AI API</a:t>
            </a:r>
            <a:r>
              <a:rPr lang="en-US" dirty="0"/>
              <a:t> directly from the browser</a:t>
            </a:r>
          </a:p>
          <a:p>
            <a:r>
              <a:rPr lang="en-US" dirty="0"/>
              <a:t>A system prompt is used to restrict responses strictly to </a:t>
            </a:r>
            <a:r>
              <a:rPr lang="en-US" b="1" dirty="0"/>
              <a:t>NCERT-based content</a:t>
            </a:r>
          </a:p>
          <a:p>
            <a:r>
              <a:rPr lang="en-US" dirty="0"/>
              <a:t>The AI-generated response is post-processed to remove formatting and symbols</a:t>
            </a:r>
          </a:p>
          <a:p>
            <a:r>
              <a:rPr lang="en-US" dirty="0"/>
              <a:t>The cleaned response is then stored back into </a:t>
            </a:r>
            <a:r>
              <a:rPr lang="en-US" b="1" dirty="0"/>
              <a:t>Cloud Firestore</a:t>
            </a:r>
            <a:r>
              <a:rPr lang="en-US" dirty="0"/>
              <a:t> for display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Issue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Direct API calls from the browser expose sensitive </a:t>
            </a:r>
            <a:r>
              <a:rPr lang="en-US" b="1" dirty="0"/>
              <a:t>API keys</a:t>
            </a:r>
            <a:r>
              <a:rPr lang="en-US" dirty="0"/>
              <a:t>, creating a security risk</a:t>
            </a:r>
          </a:p>
          <a:p>
            <a:r>
              <a:rPr lang="en-US" dirty="0"/>
              <a:t>The </a:t>
            </a:r>
            <a:r>
              <a:rPr lang="en-US" b="1" dirty="0"/>
              <a:t>Gemini API</a:t>
            </a:r>
            <a:r>
              <a:rPr lang="en-US" dirty="0"/>
              <a:t> blocks such requests and returns a </a:t>
            </a:r>
            <a:r>
              <a:rPr lang="en-US" b="1" dirty="0"/>
              <a:t>403 Forbidden</a:t>
            </a:r>
            <a:r>
              <a:rPr lang="en-US" dirty="0"/>
              <a:t> error</a:t>
            </a:r>
          </a:p>
          <a:p>
            <a:r>
              <a:rPr lang="en-US" dirty="0"/>
              <a:t>This restriction is a security enforcement implemented by the API provider</a:t>
            </a:r>
          </a:p>
          <a:p>
            <a:r>
              <a:rPr lang="en-US" dirty="0"/>
              <a:t>As a result, </a:t>
            </a:r>
            <a:r>
              <a:rPr lang="en-US" b="1" dirty="0"/>
              <a:t>AI answer generation fails</a:t>
            </a:r>
            <a:r>
              <a:rPr lang="en-US" dirty="0"/>
              <a:t> when attempted directly from the frontend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 – Flowchart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Page Load → Firebase Initialized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2152" y="137160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Anonymous User Authentication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4028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Unique User ID Generated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502152" y="224028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Student Enters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3182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Message Stored in Firestore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02152" y="310896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Attempt AI Call from Browser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403 Error (API Key Exposure)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2152" y="402336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Backend Required for AI 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4956048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Response Returned &amp; Stored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954E47B-481F-2DFB-F975-A0AB4DF72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94" y="1277810"/>
            <a:ext cx="6438265" cy="48084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Intended Secure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Move all </a:t>
            </a:r>
            <a:r>
              <a:rPr lang="en-US" b="1" dirty="0"/>
              <a:t>AI API calls</a:t>
            </a:r>
            <a:r>
              <a:rPr lang="en-US" dirty="0"/>
              <a:t> from the frontend to a secure backend environment</a:t>
            </a:r>
          </a:p>
          <a:p>
            <a:r>
              <a:rPr lang="en-US" dirty="0"/>
              <a:t>Implement the backend using </a:t>
            </a:r>
            <a:r>
              <a:rPr lang="en-US" b="1" dirty="0"/>
              <a:t>Node.js</a:t>
            </a:r>
            <a:r>
              <a:rPr lang="en-US" dirty="0"/>
              <a:t> or </a:t>
            </a:r>
            <a:r>
              <a:rPr lang="en-US" b="1" dirty="0"/>
              <a:t>Firebase Cloud Functions</a:t>
            </a:r>
          </a:p>
          <a:p>
            <a:r>
              <a:rPr lang="en-US" dirty="0"/>
              <a:t>Store and manage </a:t>
            </a:r>
            <a:r>
              <a:rPr lang="en-US" b="1" dirty="0"/>
              <a:t>API keys securely</a:t>
            </a:r>
            <a:r>
              <a:rPr lang="en-US" dirty="0"/>
              <a:t> on the server, preventing exposure</a:t>
            </a:r>
          </a:p>
          <a:p>
            <a:r>
              <a:rPr lang="en-US" dirty="0"/>
              <a:t>The frontend communicates with the backend using </a:t>
            </a:r>
            <a:r>
              <a:rPr lang="en-US" b="1" dirty="0"/>
              <a:t>secure HTTPS requests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Technology Stack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Frontend:</a:t>
            </a:r>
            <a:r>
              <a:rPr lang="en-US" dirty="0"/>
              <a:t> HTML, CSS, JavaScript for interactive chat-based user interface</a:t>
            </a:r>
          </a:p>
          <a:p>
            <a:r>
              <a:rPr lang="en-US" b="1" dirty="0"/>
              <a:t>Backend:</a:t>
            </a:r>
            <a:r>
              <a:rPr lang="en-US" dirty="0"/>
              <a:t> Node.js / Firebase Cloud Functions for secure AI request handling</a:t>
            </a:r>
          </a:p>
          <a:p>
            <a:r>
              <a:rPr lang="en-US" b="1" dirty="0"/>
              <a:t>Database &amp; Auth:</a:t>
            </a:r>
            <a:r>
              <a:rPr lang="en-US" dirty="0"/>
              <a:t> Firebase Authentication and Cloud Firestore for real-time data storage</a:t>
            </a:r>
          </a:p>
          <a:p>
            <a:r>
              <a:rPr lang="en-GB" b="1" dirty="0"/>
              <a:t>AI &amp; APIs:</a:t>
            </a:r>
            <a:r>
              <a:rPr lang="en-GB" dirty="0"/>
              <a:t> Gemini AI API for NCERT-based multilingual answer generation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104CE-6599-AC14-720A-C86518D57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9D24B-847A-2290-5378-212B0E0A4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Team Contribution &amp; Roles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9117C-9999-557A-3822-8F585D0BC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Member 1:</a:t>
            </a:r>
            <a:r>
              <a:rPr lang="en-US" dirty="0"/>
              <a:t> Designed and developed the frontend user interface, integrated the Firebase SDK, implemented anonymous authentication, and ensured smooth real-time chat rendering</a:t>
            </a:r>
          </a:p>
          <a:p>
            <a:r>
              <a:rPr lang="en-US" b="1" dirty="0"/>
              <a:t>Member 2:</a:t>
            </a:r>
            <a:r>
              <a:rPr lang="en-US" dirty="0"/>
              <a:t> Designed and managed Cloud Firestore database structure, implemented message storage and retrieval logic, and maintained real-time synchronization of chat data</a:t>
            </a:r>
          </a:p>
          <a:p>
            <a:r>
              <a:rPr lang="en-US" b="1" dirty="0"/>
              <a:t>Member 3:</a:t>
            </a:r>
            <a:r>
              <a:rPr lang="en-US" dirty="0"/>
              <a:t> Architected the complete system workflow, implemented secure backend integration for Gemini AI, handled API security constraints, and ensured scalability and performance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2083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design is </a:t>
            </a:r>
            <a:r>
              <a:rPr lang="en-US" b="1" dirty="0"/>
              <a:t>partially functional on the frontend</a:t>
            </a:r>
            <a:r>
              <a:rPr lang="en-US" dirty="0"/>
              <a:t>, handling UI, authentication, and data storage</a:t>
            </a:r>
          </a:p>
          <a:p>
            <a:r>
              <a:rPr lang="en-US" b="1" dirty="0"/>
              <a:t>Security constraints</a:t>
            </a:r>
            <a:r>
              <a:rPr lang="en-US" dirty="0"/>
              <a:t> require moving AI processing to a backend environment</a:t>
            </a:r>
          </a:p>
          <a:p>
            <a:r>
              <a:rPr lang="en-US" dirty="0"/>
              <a:t>The proposed architecture ensures </a:t>
            </a:r>
            <a:r>
              <a:rPr lang="en-US" b="1" dirty="0"/>
              <a:t>secure, scalable, and maintainable</a:t>
            </a:r>
            <a:r>
              <a:rPr lang="en-US" dirty="0"/>
              <a:t> system operation</a:t>
            </a:r>
          </a:p>
          <a:p>
            <a:r>
              <a:rPr lang="en-US" dirty="0"/>
              <a:t>This approach enables </a:t>
            </a:r>
            <a:r>
              <a:rPr lang="en-US" b="1" dirty="0"/>
              <a:t>reliable multilingual, NCERT-aligned learning support</a:t>
            </a:r>
            <a:r>
              <a:rPr lang="en-US" dirty="0"/>
              <a:t> for students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F9AE1E-41E2-54E5-F52F-349A39DC4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design is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partially functional on the frontend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handling UI, authentication, and data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</TotalTime>
  <Words>610</Words>
  <Application>Microsoft Office PowerPoint</Application>
  <PresentationFormat>On-screen Show (4:3)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NCERT Multilingual Doubt-Solver</vt:lpstr>
      <vt:lpstr>Project Overview</vt:lpstr>
      <vt:lpstr>Frontend Initialization</vt:lpstr>
      <vt:lpstr>Chat Message Flow</vt:lpstr>
      <vt:lpstr>AI Integration Attempt</vt:lpstr>
      <vt:lpstr>Critical Issue Identified</vt:lpstr>
      <vt:lpstr>System Workflow – Flowchart</vt:lpstr>
      <vt:lpstr>Intended Secure Architecture</vt:lpstr>
      <vt:lpstr>Technology Stack</vt:lpstr>
      <vt:lpstr>Team Contribution &amp; Roles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 Jadav</cp:lastModifiedBy>
  <cp:revision>4</cp:revision>
  <dcterms:created xsi:type="dcterms:W3CDTF">2013-01-27T09:14:16Z</dcterms:created>
  <dcterms:modified xsi:type="dcterms:W3CDTF">2026-01-04T16:32:12Z</dcterms:modified>
  <cp:category/>
</cp:coreProperties>
</file>